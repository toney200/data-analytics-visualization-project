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76CA4-B3EB-70DE-2A5E-4B47EF0D9964}" v="34" dt="2025-12-03T12:37:28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ran" userId="73102c6f-a97b-4e58-bcb1-f41319b305d9" providerId="ADAL" clId="{E0EC1AFD-05B8-4B06-AF26-F682EEA8BC40}"/>
    <pc:docChg chg="custSel mod addSld delSld modSld">
      <pc:chgData name="Ciaran" userId="73102c6f-a97b-4e58-bcb1-f41319b305d9" providerId="ADAL" clId="{E0EC1AFD-05B8-4B06-AF26-F682EEA8BC40}" dt="2025-12-03T15:22:12.502" v="16" actId="20577"/>
      <pc:docMkLst>
        <pc:docMk/>
      </pc:docMkLst>
      <pc:sldChg chg="modSp mod">
        <pc:chgData name="Ciaran" userId="73102c6f-a97b-4e58-bcb1-f41319b305d9" providerId="ADAL" clId="{E0EC1AFD-05B8-4B06-AF26-F682EEA8BC40}" dt="2025-12-03T15:22:12.502" v="16" actId="20577"/>
        <pc:sldMkLst>
          <pc:docMk/>
          <pc:sldMk cId="600100911" sldId="257"/>
        </pc:sldMkLst>
        <pc:spChg chg="mod">
          <ac:chgData name="Ciaran" userId="73102c6f-a97b-4e58-bcb1-f41319b305d9" providerId="ADAL" clId="{E0EC1AFD-05B8-4B06-AF26-F682EEA8BC40}" dt="2025-12-03T15:22:12.502" v="16" actId="20577"/>
          <ac:spMkLst>
            <pc:docMk/>
            <pc:sldMk cId="600100911" sldId="257"/>
            <ac:spMk id="3" creationId="{C0BCA6D1-7E72-4A54-B69C-0829FE6371C3}"/>
          </ac:spMkLst>
        </pc:spChg>
      </pc:sldChg>
      <pc:sldChg chg="addSp modSp mod setBg">
        <pc:chgData name="Ciaran" userId="73102c6f-a97b-4e58-bcb1-f41319b305d9" providerId="ADAL" clId="{E0EC1AFD-05B8-4B06-AF26-F682EEA8BC40}" dt="2025-12-03T15:21:50.408" v="1" actId="26606"/>
        <pc:sldMkLst>
          <pc:docMk/>
          <pc:sldMk cId="4033877739" sldId="261"/>
        </pc:sldMkLst>
        <pc:spChg chg="mod">
          <ac:chgData name="Ciaran" userId="73102c6f-a97b-4e58-bcb1-f41319b305d9" providerId="ADAL" clId="{E0EC1AFD-05B8-4B06-AF26-F682EEA8BC40}" dt="2025-12-03T15:21:50.408" v="1" actId="26606"/>
          <ac:spMkLst>
            <pc:docMk/>
            <pc:sldMk cId="4033877739" sldId="261"/>
            <ac:spMk id="2" creationId="{E3F68DC8-3DC2-4B14-B1EB-9B5B336F24A4}"/>
          </ac:spMkLst>
        </pc:spChg>
        <pc:spChg chg="mod">
          <ac:chgData name="Ciaran" userId="73102c6f-a97b-4e58-bcb1-f41319b305d9" providerId="ADAL" clId="{E0EC1AFD-05B8-4B06-AF26-F682EEA8BC40}" dt="2025-12-03T15:21:50.408" v="1" actId="26606"/>
          <ac:spMkLst>
            <pc:docMk/>
            <pc:sldMk cId="4033877739" sldId="261"/>
            <ac:spMk id="3" creationId="{7AE35CFA-BA2E-495B-814E-E8B655F74647}"/>
          </ac:spMkLst>
        </pc:spChg>
        <pc:picChg chg="add">
          <ac:chgData name="Ciaran" userId="73102c6f-a97b-4e58-bcb1-f41319b305d9" providerId="ADAL" clId="{E0EC1AFD-05B8-4B06-AF26-F682EEA8BC40}" dt="2025-12-03T15:21:50.408" v="1" actId="26606"/>
          <ac:picMkLst>
            <pc:docMk/>
            <pc:sldMk cId="4033877739" sldId="261"/>
            <ac:picMk id="5" creationId="{E2D0976E-47E1-048F-5331-619E8CD03E7E}"/>
          </ac:picMkLst>
        </pc:picChg>
      </pc:sldChg>
      <pc:sldChg chg="addSp modSp mod setBg">
        <pc:chgData name="Ciaran" userId="73102c6f-a97b-4e58-bcb1-f41319b305d9" providerId="ADAL" clId="{E0EC1AFD-05B8-4B06-AF26-F682EEA8BC40}" dt="2025-12-03T15:21:41.415" v="0" actId="26606"/>
        <pc:sldMkLst>
          <pc:docMk/>
          <pc:sldMk cId="2725144822" sldId="262"/>
        </pc:sldMkLst>
        <pc:spChg chg="mod">
          <ac:chgData name="Ciaran" userId="73102c6f-a97b-4e58-bcb1-f41319b305d9" providerId="ADAL" clId="{E0EC1AFD-05B8-4B06-AF26-F682EEA8BC40}" dt="2025-12-03T15:21:41.415" v="0" actId="26606"/>
          <ac:spMkLst>
            <pc:docMk/>
            <pc:sldMk cId="2725144822" sldId="262"/>
            <ac:spMk id="2" creationId="{ED1FFF22-C8AB-4A78-B6D0-F8AACDF2F8CB}"/>
          </ac:spMkLst>
        </pc:spChg>
        <pc:spChg chg="mod">
          <ac:chgData name="Ciaran" userId="73102c6f-a97b-4e58-bcb1-f41319b305d9" providerId="ADAL" clId="{E0EC1AFD-05B8-4B06-AF26-F682EEA8BC40}" dt="2025-12-03T15:21:41.415" v="0" actId="26606"/>
          <ac:spMkLst>
            <pc:docMk/>
            <pc:sldMk cId="2725144822" sldId="262"/>
            <ac:spMk id="3" creationId="{DB58475D-962F-40AF-9C7A-652324E25856}"/>
          </ac:spMkLst>
        </pc:spChg>
        <pc:picChg chg="add">
          <ac:chgData name="Ciaran" userId="73102c6f-a97b-4e58-bcb1-f41319b305d9" providerId="ADAL" clId="{E0EC1AFD-05B8-4B06-AF26-F682EEA8BC40}" dt="2025-12-03T15:21:41.415" v="0" actId="26606"/>
          <ac:picMkLst>
            <pc:docMk/>
            <pc:sldMk cId="2725144822" sldId="262"/>
            <ac:picMk id="5" creationId="{CF4926A3-1B34-4AE6-FB13-60C55430342D}"/>
          </ac:picMkLst>
        </pc:picChg>
      </pc:sldChg>
      <pc:sldChg chg="new del">
        <pc:chgData name="Ciaran" userId="73102c6f-a97b-4e58-bcb1-f41319b305d9" providerId="ADAL" clId="{E0EC1AFD-05B8-4B06-AF26-F682EEA8BC40}" dt="2025-12-03T15:22:05.899" v="3" actId="47"/>
        <pc:sldMkLst>
          <pc:docMk/>
          <pc:sldMk cId="2286346495" sldId="263"/>
        </pc:sldMkLst>
      </pc:sldChg>
    </pc:docChg>
  </pc:docChgLst>
  <pc:docChgLst>
    <pc:chgData name="A00290732: Ciaran Tone" userId="S::a00290732@student.tus.ie::73102c6f-a97b-4e58-bcb1-f41319b305d9" providerId="AD" clId="Web-{87B76CA4-B3EB-70DE-2A5E-4B47EF0D9964}"/>
    <pc:docChg chg="mod delSld modSld addMainMaster delMainMaster">
      <pc:chgData name="A00290732: Ciaran Tone" userId="S::a00290732@student.tus.ie::73102c6f-a97b-4e58-bcb1-f41319b305d9" providerId="AD" clId="Web-{87B76CA4-B3EB-70DE-2A5E-4B47EF0D9964}" dt="2025-12-03T12:37:38.443" v="34"/>
      <pc:docMkLst>
        <pc:docMk/>
      </pc:docMkLst>
      <pc:sldChg chg="delSp modSp mod modClrScheme delDesignElem chgLayout">
        <pc:chgData name="A00290732: Ciaran Tone" userId="S::a00290732@student.tus.ie::73102c6f-a97b-4e58-bcb1-f41319b305d9" providerId="AD" clId="Web-{87B76CA4-B3EB-70DE-2A5E-4B47EF0D9964}" dt="2025-12-03T12:34:23.359" v="0"/>
        <pc:sldMkLst>
          <pc:docMk/>
          <pc:sldMk cId="3100775938" sldId="256"/>
        </pc:sldMkLst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3100775938" sldId="256"/>
            <ac:spMk id="2" creationId="{5BFF3837-BA1A-4075-974C-117BD15B903D}"/>
          </ac:spMkLst>
        </pc:spChg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3100775938" sldId="256"/>
            <ac:spMk id="3" creationId="{09B08796-6E1E-4923-91EB-CC79D8B53BE5}"/>
          </ac:spMkLst>
        </pc:spChg>
        <pc:spChg chg="del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3100775938" sldId="256"/>
            <ac:spMk id="9" creationId="{C885E190-58DD-42DD-A4A8-401E15C92A52}"/>
          </ac:spMkLst>
        </pc:spChg>
      </pc:sldChg>
      <pc:sldChg chg="delSp modSp mod modClrScheme delDesignElem chgLayout">
        <pc:chgData name="A00290732: Ciaran Tone" userId="S::a00290732@student.tus.ie::73102c6f-a97b-4e58-bcb1-f41319b305d9" providerId="AD" clId="Web-{87B76CA4-B3EB-70DE-2A5E-4B47EF0D9964}" dt="2025-12-03T12:34:23.359" v="0"/>
        <pc:sldMkLst>
          <pc:docMk/>
          <pc:sldMk cId="600100911" sldId="257"/>
        </pc:sldMkLst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600100911" sldId="257"/>
            <ac:spMk id="2" creationId="{A9E81C82-4BA3-49EB-9662-4FDD251C998D}"/>
          </ac:spMkLst>
        </pc:spChg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600100911" sldId="257"/>
            <ac:spMk id="3" creationId="{C0BCA6D1-7E72-4A54-B69C-0829FE6371C3}"/>
          </ac:spMkLst>
        </pc:spChg>
        <pc:spChg chg="del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600100911" sldId="257"/>
            <ac:spMk id="9" creationId="{C8A3C342-1D03-412F-8DD3-BF519E8E0AE9}"/>
          </ac:spMkLst>
        </pc:spChg>
        <pc:spChg chg="del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600100911" sldId="257"/>
            <ac:spMk id="11" creationId="{81CC9B02-E087-4350-AEBD-2C3CF001AF01}"/>
          </ac:spMkLst>
        </pc:spChg>
      </pc:sldChg>
      <pc:sldChg chg="modSp mod modClrScheme chgLayout">
        <pc:chgData name="A00290732: Ciaran Tone" userId="S::a00290732@student.tus.ie::73102c6f-a97b-4e58-bcb1-f41319b305d9" providerId="AD" clId="Web-{87B76CA4-B3EB-70DE-2A5E-4B47EF0D9964}" dt="2025-12-03T12:34:23.359" v="0"/>
        <pc:sldMkLst>
          <pc:docMk/>
          <pc:sldMk cId="3808903797" sldId="258"/>
        </pc:sldMkLst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3808903797" sldId="258"/>
            <ac:spMk id="2" creationId="{2EFFA56A-5BED-4E9D-9FB6-052538E8576D}"/>
          </ac:spMkLst>
        </pc:spChg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3808903797" sldId="258"/>
            <ac:spMk id="18" creationId="{6D5EE33F-60EF-4C0E-BDB9-A9F97D7EBB5D}"/>
          </ac:spMkLst>
        </pc:spChg>
      </pc:sldChg>
      <pc:sldChg chg="addSp modSp mod setBg modClrScheme chgLayout">
        <pc:chgData name="A00290732: Ciaran Tone" userId="S::a00290732@student.tus.ie::73102c6f-a97b-4e58-bcb1-f41319b305d9" providerId="AD" clId="Web-{87B76CA4-B3EB-70DE-2A5E-4B47EF0D9964}" dt="2025-12-03T12:37:38.443" v="34"/>
        <pc:sldMkLst>
          <pc:docMk/>
          <pc:sldMk cId="1472648176" sldId="259"/>
        </pc:sldMkLst>
        <pc:spChg chg="mod ord">
          <ac:chgData name="A00290732: Ciaran Tone" userId="S::a00290732@student.tus.ie::73102c6f-a97b-4e58-bcb1-f41319b305d9" providerId="AD" clId="Web-{87B76CA4-B3EB-70DE-2A5E-4B47EF0D9964}" dt="2025-12-03T12:37:38.443" v="34"/>
          <ac:spMkLst>
            <pc:docMk/>
            <pc:sldMk cId="1472648176" sldId="259"/>
            <ac:spMk id="2" creationId="{64B7459B-5ABA-43B5-8ED2-2B0CF905D2D0}"/>
          </ac:spMkLst>
        </pc:spChg>
        <pc:spChg chg="mod ord">
          <ac:chgData name="A00290732: Ciaran Tone" userId="S::a00290732@student.tus.ie::73102c6f-a97b-4e58-bcb1-f41319b305d9" providerId="AD" clId="Web-{87B76CA4-B3EB-70DE-2A5E-4B47EF0D9964}" dt="2025-12-03T12:37:38.443" v="34"/>
          <ac:spMkLst>
            <pc:docMk/>
            <pc:sldMk cId="1472648176" sldId="259"/>
            <ac:spMk id="3" creationId="{D4182AE0-60D3-4948-BD78-AB66A711B396}"/>
          </ac:spMkLst>
        </pc:spChg>
        <pc:spChg chg="add">
          <ac:chgData name="A00290732: Ciaran Tone" userId="S::a00290732@student.tus.ie::73102c6f-a97b-4e58-bcb1-f41319b305d9" providerId="AD" clId="Web-{87B76CA4-B3EB-70DE-2A5E-4B47EF0D9964}" dt="2025-12-03T12:37:38.443" v="34"/>
          <ac:spMkLst>
            <pc:docMk/>
            <pc:sldMk cId="1472648176" sldId="259"/>
            <ac:spMk id="10" creationId="{C89FDD9F-84AD-4824-89D2-9E286F5651E3}"/>
          </ac:spMkLst>
        </pc:spChg>
        <pc:spChg chg="add">
          <ac:chgData name="A00290732: Ciaran Tone" userId="S::a00290732@student.tus.ie::73102c6f-a97b-4e58-bcb1-f41319b305d9" providerId="AD" clId="Web-{87B76CA4-B3EB-70DE-2A5E-4B47EF0D9964}" dt="2025-12-03T12:37:38.443" v="34"/>
          <ac:spMkLst>
            <pc:docMk/>
            <pc:sldMk cId="1472648176" sldId="259"/>
            <ac:spMk id="12" creationId="{0AFF99B9-09FA-411A-8B54-D714B2EE9A68}"/>
          </ac:spMkLst>
        </pc:spChg>
        <pc:spChg chg="add">
          <ac:chgData name="A00290732: Ciaran Tone" userId="S::a00290732@student.tus.ie::73102c6f-a97b-4e58-bcb1-f41319b305d9" providerId="AD" clId="Web-{87B76CA4-B3EB-70DE-2A5E-4B47EF0D9964}" dt="2025-12-03T12:37:38.443" v="34"/>
          <ac:spMkLst>
            <pc:docMk/>
            <pc:sldMk cId="1472648176" sldId="259"/>
            <ac:spMk id="14" creationId="{7E6CE931-52B0-4AD0-991F-0648E313BF3A}"/>
          </ac:spMkLst>
        </pc:spChg>
        <pc:spChg chg="add">
          <ac:chgData name="A00290732: Ciaran Tone" userId="S::a00290732@student.tus.ie::73102c6f-a97b-4e58-bcb1-f41319b305d9" providerId="AD" clId="Web-{87B76CA4-B3EB-70DE-2A5E-4B47EF0D9964}" dt="2025-12-03T12:37:38.443" v="34"/>
          <ac:spMkLst>
            <pc:docMk/>
            <pc:sldMk cId="1472648176" sldId="259"/>
            <ac:spMk id="16" creationId="{D138FED9-7840-470D-BB14-BF4696ADA7FC}"/>
          </ac:spMkLst>
        </pc:spChg>
        <pc:picChg chg="add">
          <ac:chgData name="A00290732: Ciaran Tone" userId="S::a00290732@student.tus.ie::73102c6f-a97b-4e58-bcb1-f41319b305d9" providerId="AD" clId="Web-{87B76CA4-B3EB-70DE-2A5E-4B47EF0D9964}" dt="2025-12-03T12:37:38.443" v="34"/>
          <ac:picMkLst>
            <pc:docMk/>
            <pc:sldMk cId="1472648176" sldId="259"/>
            <ac:picMk id="7" creationId="{54823446-C5F0-08D7-8C89-A5F9B1E1125A}"/>
          </ac:picMkLst>
        </pc:picChg>
      </pc:sldChg>
      <pc:sldChg chg="modSp del mod modClrScheme chgLayout">
        <pc:chgData name="A00290732: Ciaran Tone" userId="S::a00290732@student.tus.ie::73102c6f-a97b-4e58-bcb1-f41319b305d9" providerId="AD" clId="Web-{87B76CA4-B3EB-70DE-2A5E-4B47EF0D9964}" dt="2025-12-03T12:34:32.499" v="1"/>
        <pc:sldMkLst>
          <pc:docMk/>
          <pc:sldMk cId="534674133" sldId="260"/>
        </pc:sldMkLst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534674133" sldId="260"/>
            <ac:spMk id="2" creationId="{CF044470-6977-4504-8AF4-83FB43B820FD}"/>
          </ac:spMkLst>
        </pc:spChg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534674133" sldId="260"/>
            <ac:spMk id="3" creationId="{2C537B2C-773D-42C3-986F-046EF12CABB2}"/>
          </ac:spMkLst>
        </pc:spChg>
      </pc:sldChg>
      <pc:sldChg chg="modSp del mod modClrScheme chgLayout">
        <pc:chgData name="A00290732: Ciaran Tone" userId="S::a00290732@student.tus.ie::73102c6f-a97b-4e58-bcb1-f41319b305d9" providerId="AD" clId="Web-{87B76CA4-B3EB-70DE-2A5E-4B47EF0D9964}" dt="2025-12-03T12:34:32.953" v="2"/>
        <pc:sldMkLst>
          <pc:docMk/>
          <pc:sldMk cId="1517179789" sldId="261"/>
        </pc:sldMkLst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1517179789" sldId="261"/>
            <ac:spMk id="2" creationId="{FD3A2DDE-2E8A-43AB-8A68-6ABDB8F86081}"/>
          </ac:spMkLst>
        </pc:spChg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1517179789" sldId="261"/>
            <ac:spMk id="3" creationId="{1DC2BDA8-98F0-4E7B-97DC-BF2439C6EB62}"/>
          </ac:spMkLst>
        </pc:spChg>
      </pc:sldChg>
      <pc:sldChg chg="modSp del mod modClrScheme chgLayout">
        <pc:chgData name="A00290732: Ciaran Tone" userId="S::a00290732@student.tus.ie::73102c6f-a97b-4e58-bcb1-f41319b305d9" providerId="AD" clId="Web-{87B76CA4-B3EB-70DE-2A5E-4B47EF0D9964}" dt="2025-12-03T12:34:33.390" v="3"/>
        <pc:sldMkLst>
          <pc:docMk/>
          <pc:sldMk cId="1663656581" sldId="262"/>
        </pc:sldMkLst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1663656581" sldId="262"/>
            <ac:spMk id="2" creationId="{10282BB0-8AB3-4174-A1E4-92DA9856A596}"/>
          </ac:spMkLst>
        </pc:spChg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1663656581" sldId="262"/>
            <ac:spMk id="3" creationId="{B3D90067-C72A-4301-B3FA-7C2AF147852E}"/>
          </ac:spMkLst>
        </pc:spChg>
      </pc:sldChg>
      <pc:sldChg chg="modSp del mod modClrScheme chgLayout">
        <pc:chgData name="A00290732: Ciaran Tone" userId="S::a00290732@student.tus.ie::73102c6f-a97b-4e58-bcb1-f41319b305d9" providerId="AD" clId="Web-{87B76CA4-B3EB-70DE-2A5E-4B47EF0D9964}" dt="2025-12-03T12:34:36.235" v="4"/>
        <pc:sldMkLst>
          <pc:docMk/>
          <pc:sldMk cId="3813598890" sldId="263"/>
        </pc:sldMkLst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3813598890" sldId="263"/>
            <ac:spMk id="2" creationId="{72CDD74C-165E-4350-9B27-EC1CF4EA9D16}"/>
          </ac:spMkLst>
        </pc:spChg>
        <pc:spChg chg="mod ord">
          <ac:chgData name="A00290732: Ciaran Tone" userId="S::a00290732@student.tus.ie::73102c6f-a97b-4e58-bcb1-f41319b305d9" providerId="AD" clId="Web-{87B76CA4-B3EB-70DE-2A5E-4B47EF0D9964}" dt="2025-12-03T12:34:23.359" v="0"/>
          <ac:spMkLst>
            <pc:docMk/>
            <pc:sldMk cId="3813598890" sldId="263"/>
            <ac:spMk id="3" creationId="{A221DF66-3896-40C9-A671-74A979B67722}"/>
          </ac:spMkLst>
        </pc:spChg>
      </pc:sldChg>
      <pc:sldMasterChg chg="del delSldLayout">
        <pc:chgData name="A00290732: Ciaran Tone" userId="S::a00290732@student.tus.ie::73102c6f-a97b-4e58-bcb1-f41319b305d9" providerId="AD" clId="Web-{87B76CA4-B3EB-70DE-2A5E-4B47EF0D9964}" dt="2025-12-03T12:34:23.359" v="0"/>
        <pc:sldMasterMkLst>
          <pc:docMk/>
          <pc:sldMasterMk cId="4017158122" sldId="2147483687"/>
        </pc:sldMasterMkLst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976033560" sldId="2147483688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816331659" sldId="2147483689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541934846" sldId="2147483690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3441703772" sldId="2147483691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2039014004" sldId="2147483692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2578533051" sldId="2147483693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3513746782" sldId="2147483694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1163540284" sldId="2147483695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4013088625" sldId="2147483696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1798451753" sldId="2147483697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2321412386" sldId="2147483698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2836278236" sldId="2147483699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480295069" sldId="2147483700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935246537" sldId="2147483701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2641713443" sldId="2147483702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331827789" sldId="2147483703"/>
          </pc:sldLayoutMkLst>
        </pc:sldLayoutChg>
        <pc:sldLayoutChg chg="del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4017158122" sldId="2147483687"/>
            <pc:sldLayoutMk cId="767723019" sldId="2147483704"/>
          </pc:sldLayoutMkLst>
        </pc:sldLayoutChg>
      </pc:sldMasterChg>
      <pc:sldMasterChg chg="add addSldLayout modSldLayout">
        <pc:chgData name="A00290732: Ciaran Tone" userId="S::a00290732@student.tus.ie::73102c6f-a97b-4e58-bcb1-f41319b305d9" providerId="AD" clId="Web-{87B76CA4-B3EB-70DE-2A5E-4B47EF0D9964}" dt="2025-12-03T12:34:23.359" v="0"/>
        <pc:sldMasterMkLst>
          <pc:docMk/>
          <pc:sldMasterMk cId="916345491" sldId="2147483705"/>
        </pc:sldMasterMkLst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3119319642" sldId="2147483706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1331781651" sldId="2147483707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2117064549" sldId="2147483708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1231771679" sldId="2147483709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1056263574" sldId="2147483710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3737954546" sldId="2147483711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4283039409" sldId="2147483712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3269548454" sldId="2147483713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3213105447" sldId="2147483714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797331158" sldId="2147483715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3601202765" sldId="2147483716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383173993" sldId="2147483717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2564159684" sldId="2147483718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2708847956" sldId="2147483719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1801049986" sldId="2147483720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2420864531" sldId="2147483721"/>
          </pc:sldLayoutMkLst>
        </pc:sldLayoutChg>
        <pc:sldLayoutChg chg="add mod replId">
          <pc:chgData name="A00290732: Ciaran Tone" userId="S::a00290732@student.tus.ie::73102c6f-a97b-4e58-bcb1-f41319b305d9" providerId="AD" clId="Web-{87B76CA4-B3EB-70DE-2A5E-4B47EF0D9964}" dt="2025-12-03T12:34:23.359" v="0"/>
          <pc:sldLayoutMkLst>
            <pc:docMk/>
            <pc:sldMasterMk cId="916345491" sldId="2147483705"/>
            <pc:sldLayoutMk cId="2150432296" sldId="2147483722"/>
          </pc:sldLayoutMkLst>
        </pc:sldLayoutChg>
      </pc:sldMasterChg>
    </pc:docChg>
  </pc:docChgLst>
  <pc:docChgLst>
    <pc:chgData name="A00290732: Ciaran Tone" userId="73102c6f-a97b-4e58-bcb1-f41319b305d9" providerId="ADAL" clId="{3C78286F-2736-4EE8-8CFC-8635712FE0E2}"/>
    <pc:docChg chg="custSel addSld modSld sldOrd">
      <pc:chgData name="A00290732: Ciaran Tone" userId="73102c6f-a97b-4e58-bcb1-f41319b305d9" providerId="ADAL" clId="{3C78286F-2736-4EE8-8CFC-8635712FE0E2}" dt="2025-12-03T13:25:32.932" v="868" actId="20577"/>
      <pc:docMkLst>
        <pc:docMk/>
      </pc:docMkLst>
      <pc:sldChg chg="addSp delSp modSp new mod">
        <pc:chgData name="A00290732: Ciaran Tone" userId="73102c6f-a97b-4e58-bcb1-f41319b305d9" providerId="ADAL" clId="{3C78286F-2736-4EE8-8CFC-8635712FE0E2}" dt="2025-12-03T13:25:32.932" v="868" actId="20577"/>
        <pc:sldMkLst>
          <pc:docMk/>
          <pc:sldMk cId="4033877739" sldId="261"/>
        </pc:sldMkLst>
        <pc:spChg chg="mod">
          <ac:chgData name="A00290732: Ciaran Tone" userId="73102c6f-a97b-4e58-bcb1-f41319b305d9" providerId="ADAL" clId="{3C78286F-2736-4EE8-8CFC-8635712FE0E2}" dt="2025-12-03T13:07:39.731" v="11" actId="20577"/>
          <ac:spMkLst>
            <pc:docMk/>
            <pc:sldMk cId="4033877739" sldId="261"/>
            <ac:spMk id="2" creationId="{E3F68DC8-3DC2-4B14-B1EB-9B5B336F24A4}"/>
          </ac:spMkLst>
        </pc:spChg>
        <pc:spChg chg="mod">
          <ac:chgData name="A00290732: Ciaran Tone" userId="73102c6f-a97b-4e58-bcb1-f41319b305d9" providerId="ADAL" clId="{3C78286F-2736-4EE8-8CFC-8635712FE0E2}" dt="2025-12-03T13:25:32.932" v="868" actId="20577"/>
          <ac:spMkLst>
            <pc:docMk/>
            <pc:sldMk cId="4033877739" sldId="261"/>
            <ac:spMk id="3" creationId="{7AE35CFA-BA2E-495B-814E-E8B655F74647}"/>
          </ac:spMkLst>
        </pc:spChg>
        <pc:spChg chg="add del">
          <ac:chgData name="A00290732: Ciaran Tone" userId="73102c6f-a97b-4e58-bcb1-f41319b305d9" providerId="ADAL" clId="{3C78286F-2736-4EE8-8CFC-8635712FE0E2}" dt="2025-12-03T13:25:09.377" v="807"/>
          <ac:spMkLst>
            <pc:docMk/>
            <pc:sldMk cId="4033877739" sldId="261"/>
            <ac:spMk id="4" creationId="{8D6F1FFB-D2B8-4819-9EB2-C84A9B10966F}"/>
          </ac:spMkLst>
        </pc:spChg>
      </pc:sldChg>
      <pc:sldChg chg="modSp new mod ord">
        <pc:chgData name="A00290732: Ciaran Tone" userId="73102c6f-a97b-4e58-bcb1-f41319b305d9" providerId="ADAL" clId="{3C78286F-2736-4EE8-8CFC-8635712FE0E2}" dt="2025-12-03T13:23:17.937" v="804" actId="20577"/>
        <pc:sldMkLst>
          <pc:docMk/>
          <pc:sldMk cId="2725144822" sldId="262"/>
        </pc:sldMkLst>
        <pc:spChg chg="mod">
          <ac:chgData name="A00290732: Ciaran Tone" userId="73102c6f-a97b-4e58-bcb1-f41319b305d9" providerId="ADAL" clId="{3C78286F-2736-4EE8-8CFC-8635712FE0E2}" dt="2025-12-03T13:14:27.821" v="116" actId="20577"/>
          <ac:spMkLst>
            <pc:docMk/>
            <pc:sldMk cId="2725144822" sldId="262"/>
            <ac:spMk id="2" creationId="{ED1FFF22-C8AB-4A78-B6D0-F8AACDF2F8CB}"/>
          </ac:spMkLst>
        </pc:spChg>
        <pc:spChg chg="mod">
          <ac:chgData name="A00290732: Ciaran Tone" userId="73102c6f-a97b-4e58-bcb1-f41319b305d9" providerId="ADAL" clId="{3C78286F-2736-4EE8-8CFC-8635712FE0E2}" dt="2025-12-03T13:23:17.937" v="804" actId="20577"/>
          <ac:spMkLst>
            <pc:docMk/>
            <pc:sldMk cId="2725144822" sldId="262"/>
            <ac:spMk id="3" creationId="{DB58475D-962F-40AF-9C7A-652324E25856}"/>
          </ac:spMkLst>
        </pc:spChg>
      </pc:sldChg>
    </pc:docChg>
  </pc:docChgLst>
  <pc:docChgLst>
    <pc:chgData name="A00290732: Ciaran Tone" userId="S::a00290732@student.tus.ie::73102c6f-a97b-4e58-bcb1-f41319b305d9" providerId="AD" clId="Web-{FF767B09-1898-6A39-2A80-6802CAF93D9D}"/>
    <pc:docChg chg="modSld">
      <pc:chgData name="A00290732: Ciaran Tone" userId="S::a00290732@student.tus.ie::73102c6f-a97b-4e58-bcb1-f41319b305d9" providerId="AD" clId="Web-{FF767B09-1898-6A39-2A80-6802CAF93D9D}" dt="2025-12-03T12:58:37.573" v="0"/>
      <pc:docMkLst>
        <pc:docMk/>
      </pc:docMkLst>
      <pc:sldChg chg="addSp modSp mod setBg">
        <pc:chgData name="A00290732: Ciaran Tone" userId="S::a00290732@student.tus.ie::73102c6f-a97b-4e58-bcb1-f41319b305d9" providerId="AD" clId="Web-{FF767B09-1898-6A39-2A80-6802CAF93D9D}" dt="2025-12-03T12:58:37.573" v="0"/>
        <pc:sldMkLst>
          <pc:docMk/>
          <pc:sldMk cId="4246767093" sldId="260"/>
        </pc:sldMkLst>
        <pc:spChg chg="mod">
          <ac:chgData name="A00290732: Ciaran Tone" userId="S::a00290732@student.tus.ie::73102c6f-a97b-4e58-bcb1-f41319b305d9" providerId="AD" clId="Web-{FF767B09-1898-6A39-2A80-6802CAF93D9D}" dt="2025-12-03T12:58:37.573" v="0"/>
          <ac:spMkLst>
            <pc:docMk/>
            <pc:sldMk cId="4246767093" sldId="260"/>
            <ac:spMk id="2" creationId="{A0531498-A4FB-4F0D-A73B-F1E5CF7D409E}"/>
          </ac:spMkLst>
        </pc:spChg>
        <pc:spChg chg="add">
          <ac:chgData name="A00290732: Ciaran Tone" userId="S::a00290732@student.tus.ie::73102c6f-a97b-4e58-bcb1-f41319b305d9" providerId="AD" clId="Web-{FF767B09-1898-6A39-2A80-6802CAF93D9D}" dt="2025-12-03T12:58:37.573" v="0"/>
          <ac:spMkLst>
            <pc:docMk/>
            <pc:sldMk cId="4246767093" sldId="260"/>
            <ac:spMk id="12" creationId="{8F54B2FB-3F54-4350-8D1B-F86D677CA7ED}"/>
          </ac:spMkLst>
        </pc:spChg>
        <pc:spChg chg="add">
          <ac:chgData name="A00290732: Ciaran Tone" userId="S::a00290732@student.tus.ie::73102c6f-a97b-4e58-bcb1-f41319b305d9" providerId="AD" clId="Web-{FF767B09-1898-6A39-2A80-6802CAF93D9D}" dt="2025-12-03T12:58:37.573" v="0"/>
          <ac:spMkLst>
            <pc:docMk/>
            <pc:sldMk cId="4246767093" sldId="260"/>
            <ac:spMk id="18" creationId="{DDB56DB5-0324-4F79-9AB8-CB18C1DC8743}"/>
          </ac:spMkLst>
        </pc:spChg>
        <pc:spChg chg="add">
          <ac:chgData name="A00290732: Ciaran Tone" userId="S::a00290732@student.tus.ie::73102c6f-a97b-4e58-bcb1-f41319b305d9" providerId="AD" clId="Web-{FF767B09-1898-6A39-2A80-6802CAF93D9D}" dt="2025-12-03T12:58:37.573" v="0"/>
          <ac:spMkLst>
            <pc:docMk/>
            <pc:sldMk cId="4246767093" sldId="260"/>
            <ac:spMk id="20" creationId="{318E9D62-7BA3-4D5E-8915-0D0E8661E3D7}"/>
          </ac:spMkLst>
        </pc:spChg>
        <pc:picChg chg="add">
          <ac:chgData name="A00290732: Ciaran Tone" userId="S::a00290732@student.tus.ie::73102c6f-a97b-4e58-bcb1-f41319b305d9" providerId="AD" clId="Web-{FF767B09-1898-6A39-2A80-6802CAF93D9D}" dt="2025-12-03T12:58:37.573" v="0"/>
          <ac:picMkLst>
            <pc:docMk/>
            <pc:sldMk cId="4246767093" sldId="260"/>
            <ac:picMk id="4" creationId="{58FF7FC7-2C73-CA82-A164-7274EAFE3D24}"/>
          </ac:picMkLst>
        </pc:picChg>
        <pc:picChg chg="add">
          <ac:chgData name="A00290732: Ciaran Tone" userId="S::a00290732@student.tus.ie::73102c6f-a97b-4e58-bcb1-f41319b305d9" providerId="AD" clId="Web-{FF767B09-1898-6A39-2A80-6802CAF93D9D}" dt="2025-12-03T12:58:37.573" v="0"/>
          <ac:picMkLst>
            <pc:docMk/>
            <pc:sldMk cId="4246767093" sldId="260"/>
            <ac:picMk id="8" creationId="{AA085689-791F-4B8F-9F30-12415B97D366}"/>
          </ac:picMkLst>
        </pc:picChg>
        <pc:picChg chg="add">
          <ac:chgData name="A00290732: Ciaran Tone" userId="S::a00290732@student.tus.ie::73102c6f-a97b-4e58-bcb1-f41319b305d9" providerId="AD" clId="Web-{FF767B09-1898-6A39-2A80-6802CAF93D9D}" dt="2025-12-03T12:58:37.573" v="0"/>
          <ac:picMkLst>
            <pc:docMk/>
            <pc:sldMk cId="4246767093" sldId="260"/>
            <ac:picMk id="10" creationId="{AA3FED7F-6821-47C0-A464-E9278B24129E}"/>
          </ac:picMkLst>
        </pc:picChg>
        <pc:picChg chg="add">
          <ac:chgData name="A00290732: Ciaran Tone" userId="S::a00290732@student.tus.ie::73102c6f-a97b-4e58-bcb1-f41319b305d9" providerId="AD" clId="Web-{FF767B09-1898-6A39-2A80-6802CAF93D9D}" dt="2025-12-03T12:58:37.573" v="0"/>
          <ac:picMkLst>
            <pc:docMk/>
            <pc:sldMk cId="4246767093" sldId="260"/>
            <ac:picMk id="14" creationId="{561B34F5-88E5-4711-BC16-3005C29AD7C6}"/>
          </ac:picMkLst>
        </pc:picChg>
        <pc:picChg chg="add">
          <ac:chgData name="A00290732: Ciaran Tone" userId="S::a00290732@student.tus.ie::73102c6f-a97b-4e58-bcb1-f41319b305d9" providerId="AD" clId="Web-{FF767B09-1898-6A39-2A80-6802CAF93D9D}" dt="2025-12-03T12:58:37.573" v="0"/>
          <ac:picMkLst>
            <pc:docMk/>
            <pc:sldMk cId="4246767093" sldId="260"/>
            <ac:picMk id="16" creationId="{4F3661D0-2268-4D3E-88BA-0647BCBE33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31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78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06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771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263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954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03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4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10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33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02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173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159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847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049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864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43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345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ignhttps:/data.cso.ie/table/ROA30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hyperlink" Target="https://data.cso.ie/table/IPEADS0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D8587E0F-7705-30AC-1580-BCDBC350952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8556" b="4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FF3837-BA1A-4075-974C-117BD15B9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700" dirty="0"/>
              <a:t>Assignment 2 – team data analytics &amp; visualisation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08796-6E1E-4923-91EB-CC79D8B53B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By Ciarán, </a:t>
            </a:r>
            <a:r>
              <a:rPr lang="en-GB" dirty="0" err="1"/>
              <a:t>Dimitrije</a:t>
            </a:r>
            <a:r>
              <a:rPr lang="en-GB" dirty="0"/>
              <a:t>, and Eoin</a:t>
            </a:r>
          </a:p>
        </p:txBody>
      </p:sp>
    </p:spTree>
    <p:extLst>
      <p:ext uri="{BB962C8B-B14F-4D97-AF65-F5344CB8AC3E}">
        <p14:creationId xmlns:p14="http://schemas.microsoft.com/office/powerpoint/2010/main" val="310077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1C82-4BA3-49EB-9662-4FDD251C9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CA6D1-7E72-4A54-B69C-0829FE637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Problem &amp; Stakeholder</a:t>
            </a:r>
          </a:p>
          <a:p>
            <a:r>
              <a:rPr lang="en-GB" dirty="0">
                <a:solidFill>
                  <a:srgbClr val="FFFFFF"/>
                </a:solidFill>
              </a:rPr>
              <a:t>Data Sources &amp; Quality</a:t>
            </a:r>
          </a:p>
          <a:p>
            <a:r>
              <a:rPr lang="en-GB" dirty="0">
                <a:solidFill>
                  <a:srgbClr val="FFFFFF"/>
                </a:solidFill>
              </a:rPr>
              <a:t>Key Visuals &amp; Findings </a:t>
            </a:r>
          </a:p>
          <a:p>
            <a:r>
              <a:rPr lang="en-GB" dirty="0">
                <a:solidFill>
                  <a:srgbClr val="FFFFFF"/>
                </a:solidFill>
              </a:rPr>
              <a:t>Recommendations </a:t>
            </a:r>
          </a:p>
          <a:p>
            <a:r>
              <a:rPr lang="en-GB" dirty="0">
                <a:solidFill>
                  <a:srgbClr val="FFFFFF"/>
                </a:solidFill>
              </a:rPr>
              <a:t>Limitations &amp; Next Steps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49B6E019-AE98-EAEE-1B39-329B2FAE18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44" r="36596" b="1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0010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A56A-5BED-4E9D-9FB6-052538E8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GB"/>
              <a:t>Problem &amp; Stakeholder</a:t>
            </a:r>
            <a:endParaRPr lang="en-GB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D5EE33F-60EF-4C0E-BDB9-A9F97D7EB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>
            <a:normAutofit/>
          </a:bodyPr>
          <a:lstStyle/>
          <a:p>
            <a:r>
              <a:rPr lang="en-GB"/>
              <a:t>Identify trends and pass rate differences per county.</a:t>
            </a:r>
          </a:p>
          <a:p>
            <a:r>
              <a:rPr lang="en-GB"/>
              <a:t>Explore potential factors that may influence pass rate.</a:t>
            </a:r>
          </a:p>
          <a:p>
            <a:r>
              <a:rPr lang="en-GB"/>
              <a:t>Determine if differences can be explained by variables such as age.</a:t>
            </a:r>
          </a:p>
          <a:p>
            <a:r>
              <a:rPr lang="en-GB"/>
              <a:t>Primary stakeholder will be the National Driver Licence Service (NDLS).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17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CF969FD6-C44B-3821-A822-6DAA68F8D7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53" r="27529" b="-1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0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459B-5ABA-43B5-8ED2-2B0CF905D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GB" dirty="0"/>
              <a:t>Data Sources &amp; Quality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82AE0-60D3-4948-BD78-AB66A711B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Used data sources from the official Central Statistics Office website. </a:t>
            </a:r>
          </a:p>
          <a:p>
            <a:pPr lvl="1"/>
            <a:r>
              <a:rPr lang="en-GB" dirty="0">
                <a:hlinkClick r:id="rId3"/>
              </a:rPr>
              <a:t>https://data.cso.ie/table/ROA30</a:t>
            </a:r>
            <a:r>
              <a:rPr lang="en-GB" dirty="0"/>
              <a:t> - Driving test results</a:t>
            </a:r>
          </a:p>
          <a:p>
            <a:pPr lvl="1"/>
            <a:r>
              <a:rPr lang="en-GB" dirty="0">
                <a:hlinkClick r:id="rId4"/>
              </a:rPr>
              <a:t>https://data.cso.ie/table/IPEADS09</a:t>
            </a:r>
            <a:r>
              <a:rPr lang="en-GB" dirty="0"/>
              <a:t> - Average age per county</a:t>
            </a:r>
          </a:p>
          <a:p>
            <a:r>
              <a:rPr lang="en-GB" dirty="0"/>
              <a:t>High reliability: CSO data is audited and consistently reported.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89FDD9F-84AD-4824-89D2-9E286F56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F99B9-09FA-411A-8B54-D714B2EE9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1" y="0"/>
            <a:ext cx="406254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7E6CE931-52B0-4AD0-991F-0648E313B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472531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54823446-C5F0-08D7-8C89-A5F9B1E11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9871" y="1721993"/>
            <a:ext cx="3414010" cy="3414010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38FED9-7840-470D-BB14-BF4696ADA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72648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A closeup of a key and a keyhole">
            <a:extLst>
              <a:ext uri="{FF2B5EF4-FFF2-40B4-BE49-F238E27FC236}">
                <a16:creationId xmlns:a16="http://schemas.microsoft.com/office/drawing/2014/main" id="{58FF7FC7-2C73-CA82-A164-7274EAFE3D2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9092" t="23166" r="-7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531498-A4FB-4F0D-A73B-F1E5CF7D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/>
              <a:t>Key Visuals &amp; Findings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4676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FF22-C8AB-4A78-B6D0-F8AACDF2F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649" y="629266"/>
            <a:ext cx="5343203" cy="1641986"/>
          </a:xfrm>
        </p:spPr>
        <p:txBody>
          <a:bodyPr>
            <a:normAutofit/>
          </a:bodyPr>
          <a:lstStyle/>
          <a:p>
            <a:r>
              <a:rPr lang="en-IE" dirty="0"/>
              <a:t>Recommendations</a:t>
            </a:r>
          </a:p>
        </p:txBody>
      </p:sp>
      <p:pic>
        <p:nvPicPr>
          <p:cNvPr id="5" name="Picture 4" descr="Cars in a traffic jam">
            <a:extLst>
              <a:ext uri="{FF2B5EF4-FFF2-40B4-BE49-F238E27FC236}">
                <a16:creationId xmlns:a16="http://schemas.microsoft.com/office/drawing/2014/main" id="{CF4926A3-1B34-4AE6-FB13-60C5543034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05" r="31124"/>
          <a:stretch>
            <a:fillRect/>
          </a:stretch>
        </p:blipFill>
        <p:spPr>
          <a:xfrm>
            <a:off x="-1" y="10"/>
            <a:ext cx="4058949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8475D-962F-40AF-9C7A-652324E25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649" y="2438400"/>
            <a:ext cx="5343203" cy="38099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sz="1500"/>
              <a:t>Given the population density of Dublin it may be reasonable to investigate taking the increased volatility of road conditions into account when assessing young drivers</a:t>
            </a:r>
          </a:p>
          <a:p>
            <a:pPr lvl="1">
              <a:lnSpc>
                <a:spcPct val="90000"/>
              </a:lnSpc>
            </a:pPr>
            <a:r>
              <a:rPr lang="en-IE" sz="1500"/>
              <a:t>Less populated areas enjoy higher pass rates</a:t>
            </a:r>
          </a:p>
          <a:p>
            <a:pPr lvl="1">
              <a:lnSpc>
                <a:spcPct val="90000"/>
              </a:lnSpc>
            </a:pPr>
            <a:r>
              <a:rPr lang="en-IE" sz="1500"/>
              <a:t>Greater likelihood of encountering unpredictable hazards in large urban centres</a:t>
            </a:r>
          </a:p>
          <a:p>
            <a:pPr>
              <a:lnSpc>
                <a:spcPct val="90000"/>
              </a:lnSpc>
            </a:pPr>
            <a:r>
              <a:rPr lang="en-IE" sz="1500"/>
              <a:t>It may be necessary to examine the work load of testers to ensure that large volumes of applicants can receive the most balanced assessment</a:t>
            </a:r>
          </a:p>
          <a:p>
            <a:pPr>
              <a:lnSpc>
                <a:spcPct val="90000"/>
              </a:lnSpc>
            </a:pPr>
            <a:endParaRPr lang="en-IE" sz="1500"/>
          </a:p>
        </p:txBody>
      </p:sp>
    </p:spTree>
    <p:extLst>
      <p:ext uri="{BB962C8B-B14F-4D97-AF65-F5344CB8AC3E}">
        <p14:creationId xmlns:p14="http://schemas.microsoft.com/office/powerpoint/2010/main" val="272514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8DC8-3DC2-4B14-B1EB-9B5B336F2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IE" dirty="0"/>
              <a:t>Limitations</a:t>
            </a:r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E2D0976E-47E1-048F-5331-619E8CD03E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12" r="46177" b="-1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35CFA-BA2E-495B-814E-E8B655F74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dirty="0"/>
              <a:t>Hard to demonstrably state any specific external driver of pass rate success or failure</a:t>
            </a:r>
            <a:endParaRPr lang="en-IE"/>
          </a:p>
          <a:p>
            <a:pPr>
              <a:lnSpc>
                <a:spcPct val="90000"/>
              </a:lnSpc>
            </a:pPr>
            <a:r>
              <a:rPr lang="en-IE" dirty="0"/>
              <a:t>Low correlations between relationships make suggesting possible causes of disparity harder</a:t>
            </a:r>
            <a:endParaRPr lang="en-IE"/>
          </a:p>
          <a:p>
            <a:pPr>
              <a:lnSpc>
                <a:spcPct val="90000"/>
              </a:lnSpc>
            </a:pPr>
            <a:r>
              <a:rPr lang="en-IE" dirty="0"/>
              <a:t>ROA30 does not include demographic breakdowns by centre</a:t>
            </a:r>
            <a:endParaRPr lang="en-IE"/>
          </a:p>
          <a:p>
            <a:pPr>
              <a:lnSpc>
                <a:spcPct val="90000"/>
              </a:lnSpc>
            </a:pPr>
            <a:r>
              <a:rPr lang="en-IE" dirty="0"/>
              <a:t>Some test centres have low volumes → unstable pass rate percentages.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3877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3f0111-003d-4187-8263-53e8e95bdef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20AC007EE3C74E92E547399B7A01B6" ma:contentTypeVersion="16" ma:contentTypeDescription="Create a new document." ma:contentTypeScope="" ma:versionID="9d0ba56be9fcafe428b6bb353a492c7b">
  <xsd:schema xmlns:xsd="http://www.w3.org/2001/XMLSchema" xmlns:xs="http://www.w3.org/2001/XMLSchema" xmlns:p="http://schemas.microsoft.com/office/2006/metadata/properties" xmlns:ns3="bb3f0111-003d-4187-8263-53e8e95bdeff" xmlns:ns4="e8edc816-0046-4d9d-b7f3-517fa72553d1" targetNamespace="http://schemas.microsoft.com/office/2006/metadata/properties" ma:root="true" ma:fieldsID="f934eb1730838634edbe4247082e8230" ns3:_="" ns4:_="">
    <xsd:import namespace="bb3f0111-003d-4187-8263-53e8e95bdeff"/>
    <xsd:import namespace="e8edc816-0046-4d9d-b7f3-517fa72553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SystemTags" minOccurs="0"/>
                <xsd:element ref="ns3:MediaServiceDateTaken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3f0111-003d-4187-8263-53e8e95bde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edc816-0046-4d9d-b7f3-517fa72553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9BC27B-0493-4EE3-BB9D-83C6D57B3AEE}">
  <ds:schemaRefs>
    <ds:schemaRef ds:uri="bb3f0111-003d-4187-8263-53e8e95bdeff"/>
    <ds:schemaRef ds:uri="e8edc816-0046-4d9d-b7f3-517fa72553d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2D8CB5F-25A0-430B-94B0-722C4163EC9C}">
  <ds:schemaRefs>
    <ds:schemaRef ds:uri="bb3f0111-003d-4187-8263-53e8e95bdeff"/>
    <ds:schemaRef ds:uri="e8edc816-0046-4d9d-b7f3-517fa72553d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FF8571B-6E74-420F-9AAA-12A461BA3F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Assignment 2 – team data analytics &amp; visualisation project</vt:lpstr>
      <vt:lpstr>Content</vt:lpstr>
      <vt:lpstr>Problem &amp; Stakeholder</vt:lpstr>
      <vt:lpstr>Data Sources &amp; Quality </vt:lpstr>
      <vt:lpstr>Key Visuals &amp; Findings</vt:lpstr>
      <vt:lpstr>Recommendations</vt:lpstr>
      <vt:lpstr>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2 – team data analytics &amp; visualisation project</dc:title>
  <dc:creator>Ciaran</dc:creator>
  <cp:lastModifiedBy>Ciaran</cp:lastModifiedBy>
  <cp:revision>1</cp:revision>
  <dcterms:created xsi:type="dcterms:W3CDTF">2025-12-03T15:21:50Z</dcterms:created>
  <dcterms:modified xsi:type="dcterms:W3CDTF">2025-12-03T15:22:18Z</dcterms:modified>
</cp:coreProperties>
</file>